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71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263D6E"/>
          </a:solidFill>
          <a:ln w="12700">
            <a:solidFill>
              <a:srgbClr val="26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457200"/>
            <a:ext cx="64008" cy="42291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94360"/>
            <a:ext cx="2011680" cy="2011680"/>
          </a:xfrm>
          <a:prstGeom prst="rect">
            <a:avLst/>
          </a:prstGeom>
          <a:solidFill>
            <a:srgbClr val="2A4A7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5943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72C4"/>
                </a:solidFill>
              </a:rPr>
              <a:t>FOTO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A88BB"/>
                </a:solidFill>
              </a:rPr>
              <a:t>(Opcional — puede ser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A88BB"/>
                </a:solidFill>
              </a:rPr>
              <a:t>una foto profesional)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472C4"/>
                </a:solidFill>
              </a:rPr>
              <a:t>PERFIL PROFESIONAL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530352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[TU NOMBRE COMPLETO]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5120640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45920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FFFFF"/>
                </a:solidFill>
              </a:rPr>
              <a:t>[Tu título profesional — p. ej.: Responsable administrativa con especialización en gestión digital]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5120640" cy="1554480"/>
          </a:xfrm>
          <a:prstGeom prst="rect">
            <a:avLst/>
          </a:prstGeom>
          <a:solidFill>
            <a:srgbClr val="243360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40280"/>
            <a:ext cx="54864" cy="1554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3134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B4E8"/>
                </a:solidFill>
              </a:rPr>
              <a:t>GANCHO PERSONAL — tu frase de apertura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" y="2514600"/>
            <a:ext cx="4937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5D8F0"/>
                </a:solidFill>
              </a:rPr>
              <a:t>"[En 1-2 frases: quién eres, qué experiencia tienes y qué herramientas digitales dominas ahora. Ej: Profesional con 18 años en administración y gestión de equipos, ahora con dominio de Excel avanzado, Power BI e IA aplicada a la gestión operativa.]"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 / 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417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90C0"/>
                </a:solidFill>
              </a:rPr>
              <a:t>PHIMISTER'S  |  TALENTO 45+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D6E4F0"/>
                </a:solidFill>
              </a:rPr>
              <a:t>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" y="91440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PROPUESTA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 VALOR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777240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645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</a:rPr>
              <a:t>¿Qué ofreces al mercado?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60700" y="658368"/>
            <a:ext cx="7132320" cy="1874520"/>
          </a:xfrm>
          <a:prstGeom prst="rect">
            <a:avLst/>
          </a:prstGeom>
          <a:solidFill>
            <a:srgbClr val="F0F4FA"/>
          </a:solidFill>
          <a:ln w="1905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0700" y="658368"/>
            <a:ext cx="54864" cy="18745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8716" y="7315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472C4"/>
                </a:solidFill>
              </a:rPr>
              <a:t>TU PROPUESTA DE VALOR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88716" y="932688"/>
            <a:ext cx="69494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C3E50"/>
                </a:solidFill>
              </a:rPr>
              <a:t>"[2-3 frases que resuman qué aportas, a qué tipo de empresa y en qué funciones. Ej: Profesional con más de 15 años de experiencia en administración de empresas, orientado/a a la mejora de procesos y la gestión eficiente de información. Actualmente con dominio de herramientas como Excel avanzado, Power BI, Power Automate y IA aplicada a la gestión.]"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60700" y="2697480"/>
            <a:ext cx="2407920" cy="1810512"/>
          </a:xfrm>
          <a:prstGeom prst="rect">
            <a:avLst/>
          </a:prstGeom>
          <a:solidFill>
            <a:srgbClr val="F0F4FA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60700" y="2697480"/>
            <a:ext cx="54864" cy="18105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8716" y="2770632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472C4"/>
                </a:solidFill>
              </a:rPr>
              <a:t>PERFIL OBJETIVO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8716" y="2971800"/>
            <a:ext cx="222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E50"/>
                </a:solidFill>
              </a:rPr>
              <a:t>[Tipo de puesto o cargo al que optas — ej: Asistente de Dirección, Responsable Administrativo/a, Técnico/a de RRHH...]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51500" y="2697480"/>
            <a:ext cx="2407920" cy="1810512"/>
          </a:xfrm>
          <a:prstGeom prst="rect">
            <a:avLst/>
          </a:prstGeom>
          <a:solidFill>
            <a:srgbClr val="D6E4F0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51500" y="2697480"/>
            <a:ext cx="54864" cy="181051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9516" y="2770632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5496"/>
                </a:solidFill>
              </a:rPr>
              <a:t>TIPO DE EMPRESA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79516" y="2971800"/>
            <a:ext cx="222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E50"/>
                </a:solidFill>
              </a:rPr>
              <a:t>[Sector o tamaño de empresa donde quieres trabajar — ej: Pymes de servicios, empresas logísticas, entidades públicas...]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42300" y="2697480"/>
            <a:ext cx="2407920" cy="1810512"/>
          </a:xfrm>
          <a:prstGeom prst="rect">
            <a:avLst/>
          </a:prstGeom>
          <a:solidFill>
            <a:srgbClr val="EAF4F0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2300" y="2697480"/>
            <a:ext cx="54864" cy="181051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0316" y="2770632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5E"/>
                </a:solidFill>
              </a:rPr>
              <a:t>FUNCIONES CLAVE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70316" y="2971800"/>
            <a:ext cx="222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2C3E50"/>
                </a:solidFill>
              </a:rPr>
              <a:t>[3-4 funciones en las que eres fuerte — ej: Gestión documental, reporting, coordinación de equipos, atención al cliente...]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0100" y="4796028"/>
            <a:ext cx="658368" cy="228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0100" y="47960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 / 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17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PHIMISTER'S  |  TALENTO 45+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D6E4F0"/>
                </a:solidFill>
              </a:rPr>
              <a:t>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" y="914400"/>
            <a:ext cx="1280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COMPETENCIAS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777240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645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</a:rPr>
              <a:t>¿Qué sabes hacer ahora?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5637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F8C9A"/>
                </a:solidFill>
              </a:rPr>
              <a:t>▸  Incluye las 6 competencias digitales más relevantes que has adquirido o reforzado durante el programa. Usa el lenguaje del mercado (como en las ofertas de empleo que analizaste).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953793"/>
            <a:ext cx="2423160" cy="1789407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4208" y="1063521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06352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612161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[Competencia 1]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45920" y="195963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B0"/>
                </a:solidFill>
              </a:rPr>
              <a:t>p. ej: Excel avanzado y Power BI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87368" y="953793"/>
            <a:ext cx="2423160" cy="1789407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97096" y="1063521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106352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78808" y="1612161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[Competencia 2]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78808" y="195963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B0"/>
                </a:solidFill>
              </a:rPr>
              <a:t>p. ej: IA generativa aplicada a gestión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20256" y="953793"/>
            <a:ext cx="2423160" cy="1789407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1063521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06352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11696" y="1612161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[Competencia 3]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11696" y="195963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B0"/>
                </a:solidFill>
              </a:rPr>
              <a:t>p. ej: Automatización con Power Automate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554480" y="2949471"/>
            <a:ext cx="2423160" cy="1789407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64208" y="3059199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64208" y="3059199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3607839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[Competencia 4]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45920" y="395531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B0"/>
                </a:solidFill>
              </a:rPr>
              <a:t>p. ej: Gestión documental en la nube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87368" y="2949471"/>
            <a:ext cx="2423160" cy="1789407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97096" y="3059199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3059199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78808" y="3607839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[Competencia 5]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78808" y="395531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B0"/>
                </a:solidFill>
              </a:rPr>
              <a:t>p. ej: Comunicación y colaboración digital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20256" y="2949471"/>
            <a:ext cx="2423160" cy="1789407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29984" y="3059199"/>
            <a:ext cx="475488" cy="47548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3059199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11696" y="3607839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[Competencia 6]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11696" y="395531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B0"/>
                </a:solidFill>
              </a:rPr>
              <a:t>p. ej: CRM — HubSpot / Zoho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 /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417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PHIMISTER'S  |  TALENTO 45+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—  HITOS DEL PROGRAMA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F8C9A"/>
                </a:solidFill>
              </a:rPr>
              <a:t>▸  Selecciona los 3 entregables o proyectos del programa de los que más orgulloso/a te sientes. Explica qué hiciste y qué valor tendría en un entorno profesional real.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1375" y="1261872"/>
            <a:ext cx="2895600" cy="3442716"/>
          </a:xfrm>
          <a:prstGeom prst="rect">
            <a:avLst/>
          </a:prstGeom>
          <a:solidFill>
            <a:srgbClr val="F0F4FA"/>
          </a:solidFill>
          <a:ln w="1905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375" y="1261872"/>
            <a:ext cx="289560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527" y="1261872"/>
            <a:ext cx="2749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ENTREGABLE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103" y="1719072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72C4"/>
                </a:solidFill>
              </a:rPr>
              <a:t>Nombre del entregable: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1103" y="1883664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[Título — ej: Dashboard de control operativo en Excel]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1103" y="2322576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72C4"/>
                </a:solidFill>
              </a:rPr>
              <a:t>Módulo: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1103" y="2487168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[Módulo X — ej: M3 — Datos y reporting]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1103" y="2926080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72C4"/>
                </a:solidFill>
              </a:rPr>
              <a:t>Qué hice: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1103" y="3090672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[Describe en 1-2 frases qué construiste]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1103" y="3529584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72C4"/>
                </a:solidFill>
              </a:rPr>
              <a:t>Valor profesional: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1103" y="3694176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[Para qué sirve este entregable en un puesto de trabajo real]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16703" y="1261872"/>
            <a:ext cx="2895600" cy="3442716"/>
          </a:xfrm>
          <a:prstGeom prst="rect">
            <a:avLst/>
          </a:prstGeom>
          <a:solidFill>
            <a:srgbClr val="F0F4FA"/>
          </a:solidFill>
          <a:ln w="19050">
            <a:solidFill>
              <a:srgbClr val="2F54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16703" y="1261872"/>
            <a:ext cx="2895600" cy="34747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9855" y="1261872"/>
            <a:ext cx="2749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ENTREGABLE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6431" y="1719072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496"/>
                </a:solidFill>
              </a:rPr>
              <a:t>Nombre del entregable: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26431" y="1883664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[Título — ej: Dashboard de control operativo en Excel]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26431" y="2322576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496"/>
                </a:solidFill>
              </a:rPr>
              <a:t>Módulo: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26431" y="2487168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[Módulo X — ej: M3 — Datos y reporting]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26431" y="2926080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496"/>
                </a:solidFill>
              </a:rPr>
              <a:t>Qué hice: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26431" y="3090672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[Describe en 1-2 frases qué construiste]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26431" y="3529584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496"/>
                </a:solidFill>
              </a:rPr>
              <a:t>Valor profesional: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26431" y="3694176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[Para qué sirve este entregable en un puesto de trabajo real]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2031" y="1261872"/>
            <a:ext cx="2895600" cy="3442716"/>
          </a:xfrm>
          <a:prstGeom prst="rect">
            <a:avLst/>
          </a:prstGeom>
          <a:solidFill>
            <a:srgbClr val="F0F4FA"/>
          </a:solidFill>
          <a:ln w="19050">
            <a:solidFill>
              <a:srgbClr val="2E7D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2031" y="1261872"/>
            <a:ext cx="2895600" cy="34747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5183" y="1261872"/>
            <a:ext cx="2749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ENTREGABLE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31759" y="1719072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E"/>
                </a:solidFill>
              </a:rPr>
              <a:t>Nombre del entregable: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1759" y="1883664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[Título — ej: Dashboard de control operativo en Excel]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1759" y="2322576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E"/>
                </a:solidFill>
              </a:rPr>
              <a:t>Módulo: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31759" y="2487168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[Módulo X — ej: M3 — Datos y reporting]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31759" y="2926080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E"/>
                </a:solidFill>
              </a:rPr>
              <a:t>Qué hice: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31759" y="3090672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[Describe en 1-2 frases qué construiste]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31759" y="3529584"/>
            <a:ext cx="267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E"/>
                </a:solidFill>
              </a:rPr>
              <a:t>Valor profesional: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31759" y="3694176"/>
            <a:ext cx="267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[Para qué sirve este entregable en un puesto de trabajo real]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 /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417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PHIMISTER'S  |  TALENTO 45+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D6E4F0"/>
                </a:solidFill>
              </a:rPr>
              <a:t>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" y="91440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PRÓXIMO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777240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645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</a:rPr>
              <a:t>¿Adónde vas a partir de aquí?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54480" y="658368"/>
            <a:ext cx="3383280" cy="274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658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QUÉ BUSCO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100584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Puesto objetivo: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54480" y="1188720"/>
            <a:ext cx="3383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207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[Tipo de cargo o rol que buscas — ej: Asistente de Dirección, Técnico/a Administrativo/a...]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27632" y="168249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Sector preferido: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54480" y="1865376"/>
            <a:ext cx="3383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8836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[Sector en el que quieres trabajar — ej: Logística, servicios, salud, educación...]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27632" y="2359152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Tipo de empresa: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0" y="2542032"/>
            <a:ext cx="3383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560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[Tamaño o tipo — ej: Pyme local, multinacional, entidad pública, ONG...]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27632" y="303580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Ubicación: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54480" y="3218688"/>
            <a:ext cx="3383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236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[Ciudad / modalidad — ej: Barcelona, presencial o híbrido]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71246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Disponibilidad desde: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54480" y="3895344"/>
            <a:ext cx="3383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3913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[Fecha aproximada — ej: Inmediata / Junio 2026]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658368"/>
            <a:ext cx="374904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658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MI PLAN DE ACCIÓN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66360" y="1005840"/>
            <a:ext cx="3749040" cy="1220724"/>
          </a:xfrm>
          <a:prstGeom prst="rect">
            <a:avLst/>
          </a:prstGeom>
          <a:solidFill>
            <a:srgbClr val="FFFFFF"/>
          </a:solidFill>
          <a:ln w="15240">
            <a:solidFill>
              <a:srgbClr val="4472C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66360" y="1005840"/>
            <a:ext cx="54864" cy="122072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10607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472C4"/>
                </a:solidFill>
              </a:rPr>
              <a:t>30 DÍAS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85232" y="1243584"/>
            <a:ext cx="3547872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[Acciones concretas para el primer mes — ej: Actualizar LinkedIn, enviar 10 candidaturas, hacer networking con 5 contactos...]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66360" y="2263140"/>
            <a:ext cx="3749040" cy="1220724"/>
          </a:xfrm>
          <a:prstGeom prst="rect">
            <a:avLst/>
          </a:prstGeom>
          <a:solidFill>
            <a:srgbClr val="FFFFFF"/>
          </a:solidFill>
          <a:ln w="15240">
            <a:solidFill>
              <a:srgbClr val="2F54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66360" y="2263140"/>
            <a:ext cx="54864" cy="1220724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23180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F5496"/>
                </a:solidFill>
              </a:rPr>
              <a:t>60 DÍAS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85232" y="2500884"/>
            <a:ext cx="3547872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[Objetivos del segundo mes — ej: Realizar al menos 2 entrevistas, ampliar red de contactos, actualizar portafolio...]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3520440"/>
            <a:ext cx="3749040" cy="1220724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66360" y="3520440"/>
            <a:ext cx="54864" cy="12207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35753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F3864"/>
                </a:solidFill>
              </a:rPr>
              <a:t>90 DÍAS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85232" y="3758184"/>
            <a:ext cx="3547872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C3E50"/>
                </a:solidFill>
              </a:rPr>
              <a:t>[Meta a los 3 meses — ej: Haber recibido al menos una oferta, empezar un nuevo rol o consolidar proyecto freelance...]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 /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417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9A"/>
                </a:solidFill>
              </a:rPr>
              <a:t>PHIMISTER'S  |  TALENTO 45+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5033772"/>
          </a:xfrm>
          <a:prstGeom prst="rect">
            <a:avLst/>
          </a:prstGeom>
          <a:solidFill>
            <a:srgbClr val="243360">
              <a:alpha val="40000"/>
            </a:srgbClr>
          </a:solidFill>
          <a:ln w="12700">
            <a:solidFill>
              <a:srgbClr val="2433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[¿Qué quieres que haga el oyente?]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090C0"/>
                </a:solidFill>
              </a:rPr>
              <a:t>▸  Ej: «¿Hablamos?» · «Encuéntrame en LinkedIn» · «Me gustaría unirme a tu equipo» — una sola frase directa que invite a la acción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4572000" cy="274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508760"/>
            <a:ext cx="2377440" cy="731520"/>
          </a:xfrm>
          <a:prstGeom prst="rect">
            <a:avLst/>
          </a:prstGeom>
          <a:solidFill>
            <a:srgbClr val="1A2F55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508760"/>
            <a:ext cx="237744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EMAIL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174650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0"/>
                </a:solidFill>
              </a:rPr>
              <a:t>[tu.email@ejemplo.com]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377440" cy="731520"/>
          </a:xfrm>
          <a:prstGeom prst="rect">
            <a:avLst/>
          </a:prstGeom>
          <a:solidFill>
            <a:srgbClr val="1A2F55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LINKEDIN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56432" y="174650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0"/>
                </a:solidFill>
              </a:rPr>
              <a:t>[linkedin.com/in/tu-perfil]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61888" y="1508760"/>
            <a:ext cx="2377440" cy="731520"/>
          </a:xfrm>
          <a:prstGeom prst="rect">
            <a:avLst/>
          </a:prstGeom>
          <a:solidFill>
            <a:srgbClr val="1A2F55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1888" y="1508760"/>
            <a:ext cx="237744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508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TELÉFONO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0" y="174650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0"/>
                </a:solidFill>
              </a:rPr>
              <a:t>[+34 6XX XXX XXX]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FFFFFF"/>
                </a:solidFill>
              </a:rPr>
              <a:t>GRACIAS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1371600" y="3182112"/>
            <a:ext cx="6400800" cy="502920"/>
          </a:xfrm>
          <a:prstGeom prst="rect">
            <a:avLst/>
          </a:prstGeom>
          <a:solidFill>
            <a:srgbClr val="1A2F55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1821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E4F0"/>
                </a:solidFill>
              </a:rPr>
              <a:t>[ Portafolio de evidencias disponible bajo petición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472C4"/>
                </a:solidFill>
              </a:rPr>
              <a:t>PHIMISTER'S  ·  TALENTO 45+  ·  DEMO DAY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7960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Microsoft Office PowerPoint</Application>
  <PresentationFormat>Presentación en pantalla (16:9)</PresentationFormat>
  <Paragraphs>122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Profile — Talento 45+</dc:title>
  <dc:subject>Plantilla de presentación — Demo Day</dc:subject>
  <dc:creator>Phimister's Business School</dc:creator>
  <cp:lastModifiedBy>delatorrerita</cp:lastModifiedBy>
  <cp:revision>2</cp:revision>
  <dcterms:created xsi:type="dcterms:W3CDTF">2026-04-15T09:32:47Z</dcterms:created>
  <dcterms:modified xsi:type="dcterms:W3CDTF">2026-05-17T21:50:41Z</dcterms:modified>
</cp:coreProperties>
</file>